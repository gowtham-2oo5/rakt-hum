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20440" y="0"/>
            <a:ext cx="164592" cy="5143500"/>
          </a:xfrm>
          <a:prstGeom prst="rect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640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BloodBridge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7160" y="1325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9C9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"Connecting the right donor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right patient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right time."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4114800"/>
            <a:ext cx="301752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 ·  Raghu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Warriors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457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2.0  ·  Broskie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960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AI-Powered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Support Network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3192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0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Thalassemia Care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BloodBridge AI is an intelligent, autonomous platform designed to transform how blood donation is coordinated for Thalassemia patients across India — faster, smarter, and at scale.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93192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43484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lives through intelligent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108960" y="1508760"/>
            <a:ext cx="2926080" cy="8686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5361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1,00,000+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patients in India need regular transfusions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82296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8229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2980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matching and coordination are done entirely by hand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560320"/>
            <a:ext cx="4114800" cy="82296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2560320"/>
            <a:ext cx="73152" cy="8229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Retention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32120" y="2980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engage and retain donors consistently over time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520440"/>
            <a:ext cx="4114800" cy="82296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520440"/>
            <a:ext cx="73152" cy="8229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51560" y="39410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identification of available and compatible donors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46320" y="3520440"/>
            <a:ext cx="4114800" cy="82296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3520440"/>
            <a:ext cx="73152" cy="8229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Barriers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32120" y="39410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across multiple languages, cities, and organizations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Higher admin workload  ·  Slower response times  ·  Reduced donor participation  ·  Difficulty scaling nationwide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09728" cy="4366260"/>
          </a:xfrm>
          <a:prstGeom prst="rect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Rakt-हम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Blood Coordination Network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8B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“One Community. One Lifeline.”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Rakt-हम is an autonomous care coordination platform designed to help Blood Warriors efficiently connect Thalassemia patients with compatible blood donors across India.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54787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donor coordination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donor outreach and follow-ups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donors by compatibility &amp; availability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long-term donor engagement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multilingual communication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nationwide scalability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6576" cy="3931920"/>
          </a:xfrm>
          <a:prstGeom prst="rect">
            <a:avLst/>
          </a:prstGeom>
          <a:solidFill>
            <a:srgbClr val="D4C8B0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Workflow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1371600"/>
            <a:ext cx="3931920" cy="38404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371600"/>
            <a:ext cx="64008" cy="384048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3560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76672" y="14447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93208" y="1755648"/>
            <a:ext cx="54864" cy="12801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1883664"/>
            <a:ext cx="3931920" cy="38404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1883664"/>
            <a:ext cx="64008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4767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195681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93208" y="2267712"/>
            <a:ext cx="54864" cy="12801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92040" y="2395728"/>
            <a:ext cx="3931920" cy="38404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92040" y="2395728"/>
            <a:ext cx="64008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5973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76672" y="246888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093208" y="2779776"/>
            <a:ext cx="54864" cy="12801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92040" y="2907792"/>
            <a:ext cx="3931920" cy="38404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92040" y="2907792"/>
            <a:ext cx="64008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71800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76672" y="298094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093208" y="3291840"/>
            <a:ext cx="54864" cy="12801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92040" y="3419856"/>
            <a:ext cx="3931920" cy="38404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892040" y="3419856"/>
            <a:ext cx="64008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83864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76672" y="34930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5093208" y="3803904"/>
            <a:ext cx="54864" cy="12801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92040" y="3931920"/>
            <a:ext cx="3931920" cy="38404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892040" y="3931920"/>
            <a:ext cx="64008" cy="384048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95928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76672" y="400507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Rakt-हम orchestrates the entire workflow — freeing volunteers to focus on patients, not logistics.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RAKT-हम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Coordination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206240" cy="74980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64008" cy="749808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554480"/>
            <a:ext cx="475488" cy="475488"/>
          </a:xfrm>
          <a:prstGeom prst="ellipse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Request Raised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caregiver submits a blood request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167128"/>
            <a:ext cx="54864" cy="91440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8568"/>
            <a:ext cx="4206240" cy="74980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58568"/>
            <a:ext cx="64008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395728"/>
            <a:ext cx="475488" cy="47548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32257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6243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blood group, location &amp; eligibility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008376"/>
            <a:ext cx="54864" cy="91440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99816"/>
            <a:ext cx="4206240" cy="74980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99816"/>
            <a:ext cx="64008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36976"/>
            <a:ext cx="475488" cy="47548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1638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Donor Matching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465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compatibility · Distance · Donation eligibility · Response history · Availability signals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3849624"/>
            <a:ext cx="54864" cy="91440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41064"/>
            <a:ext cx="4206240" cy="74980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941064"/>
            <a:ext cx="64008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078224"/>
            <a:ext cx="475488" cy="47548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00507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Outreach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3068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SMS · Voice Agent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417320"/>
            <a:ext cx="4206240" cy="74980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417320"/>
            <a:ext cx="64008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8888" y="1554480"/>
            <a:ext cx="475488" cy="47548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148132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17830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· Declined · No Response · Follow-up Required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01768" y="2167128"/>
            <a:ext cx="54864" cy="91440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258568"/>
            <a:ext cx="4206240" cy="749808"/>
          </a:xfrm>
          <a:prstGeom prst="rect">
            <a:avLst/>
          </a:prstGeom>
          <a:solidFill>
            <a:srgbClr val="EAE0C8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258568"/>
            <a:ext cx="64008" cy="7498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8888" y="2395728"/>
            <a:ext cx="475488" cy="475488"/>
          </a:xfrm>
          <a:prstGeom prst="ellipse">
            <a:avLst/>
          </a:prstGeom>
          <a:solidFill>
            <a:srgbClr val="C0272D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4960" y="232257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Workflow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26243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search radius · Contacts blood banks &amp; reserve donors · Notifies partner orgs · Alerts coordinators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01768" y="3008376"/>
            <a:ext cx="54864" cy="91440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099816"/>
            <a:ext cx="4206240" cy="749808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099816"/>
            <a:ext cx="64008" cy="749808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3236976"/>
            <a:ext cx="475488" cy="475488"/>
          </a:xfrm>
          <a:prstGeom prst="ellipse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94960" y="31638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94960" y="3465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outcomes and improves future coordination strategies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Rakt-हम gets smarter with every coordination cycle — improving match quality and response speed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RAKT-हम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914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474720" cy="347472"/>
          </a:xfrm>
          <a:prstGeom prst="rect">
            <a:avLst/>
          </a:prstGeom>
          <a:solidFill>
            <a:srgbClr val="C0272D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Web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764792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47088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92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API 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194560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76856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22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· Patient · Admin Svcs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624328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06624"/>
            <a:ext cx="3474720" cy="347472"/>
          </a:xfrm>
          <a:prstGeom prst="rect">
            <a:avLst/>
          </a:prstGeom>
          <a:solidFill>
            <a:srgbClr val="8B1A1E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054096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36392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82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483864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913632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95928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343400"/>
            <a:ext cx="54864" cy="82296"/>
          </a:xfrm>
          <a:prstGeom prst="rect">
            <a:avLst/>
          </a:prstGeom>
          <a:solidFill>
            <a:srgbClr val="E8393F"/>
          </a:solidFill>
          <a:ln w="12700">
            <a:solidFill>
              <a:srgbClr val="E839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425696"/>
            <a:ext cx="34747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471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05072" y="914400"/>
            <a:ext cx="36576" cy="3931920"/>
          </a:xfrm>
          <a:prstGeom prst="rect">
            <a:avLst/>
          </a:prstGeom>
          <a:solidFill>
            <a:srgbClr val="D4C8B0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371600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1371600"/>
            <a:ext cx="2148840" cy="4572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81328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700016" y="14447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0016" y="17556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(Prototype)  ·  React Native (Production)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92240" y="1371600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92240" y="1371600"/>
            <a:ext cx="2148840" cy="4572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81328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986016" y="14447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986016" y="17556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Microservices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206240" y="2487168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206240" y="2487168"/>
            <a:ext cx="2148840" cy="4572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96896"/>
            <a:ext cx="320040" cy="32004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700016" y="2560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Cache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700016" y="28712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 ·  Redis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492240" y="2487168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492240" y="2487168"/>
            <a:ext cx="2148840" cy="4572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96896"/>
            <a:ext cx="320040" cy="32004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986016" y="2560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6986016" y="28712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 ·  RabbitMQ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4206240" y="3602736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206240" y="3602736"/>
            <a:ext cx="2148840" cy="4572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712464"/>
            <a:ext cx="320040" cy="32004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4700016" y="36758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Layer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4700016" y="3986784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6492240" y="3602736"/>
            <a:ext cx="2148840" cy="98755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6492240" y="3602736"/>
            <a:ext cx="2148840" cy="4572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712464"/>
            <a:ext cx="320040" cy="32004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6986016" y="36758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59" name="Text 51"/>
          <p:cNvSpPr/>
          <p:nvPr/>
        </p:nvSpPr>
        <p:spPr>
          <a:xfrm>
            <a:off x="6986016" y="3986784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(Gemma)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 ·  Secure  ·  Cloud-Native  ·  AI-First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64008" cy="9144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544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7160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Coordination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171907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matching, outreach, follow-ups &amp; escalation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06040" y="129844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298448"/>
            <a:ext cx="64008" cy="91440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5544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37160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200400" y="171907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by compatibility, availability &amp; proximity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74320" y="235000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350008"/>
            <a:ext cx="64008" cy="9144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6060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42316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Access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68680" y="277063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communication across Indian languages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2606040" y="235000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06040" y="2350008"/>
            <a:ext cx="64008" cy="91440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60604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0400" y="242316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200400" y="277063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blogs, awareness campaigns &amp; patient support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74320" y="340156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401568"/>
            <a:ext cx="64008" cy="9144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65760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34747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Donor Experience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68680" y="382219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Points · Badges · Leaderboards · Impact Tracking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606040" y="3401568"/>
            <a:ext cx="2212848" cy="914400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606040" y="3401568"/>
            <a:ext cx="64008" cy="914400"/>
          </a:xfrm>
          <a:prstGeom prst="rect">
            <a:avLst/>
          </a:prstGeom>
          <a:solidFill>
            <a:srgbClr val="8B1A1E"/>
          </a:solidFill>
          <a:ln w="12700">
            <a:solidFill>
              <a:srgbClr val="C0272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365760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00400" y="34747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3200400" y="382219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donor analytics &amp; regional insights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5010912" y="868680"/>
            <a:ext cx="36576" cy="4069080"/>
          </a:xfrm>
          <a:prstGeom prst="rect">
            <a:avLst/>
          </a:prstGeom>
          <a:solidFill>
            <a:srgbClr val="D4C8B0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16636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5166360" y="1234440"/>
            <a:ext cx="3703320" cy="2926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230368" y="12710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5166360" y="1527048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230368" y="1581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Faster donor discovery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166360" y="1874520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230368" y="1929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Improved support continuity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166360" y="2331720"/>
            <a:ext cx="3703320" cy="292608"/>
          </a:xfrm>
          <a:prstGeom prst="rect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230368" y="23682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Donors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166360" y="2624328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230368" y="2679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Increased engagement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166360" y="2971800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230368" y="3026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Recognition for contributions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166360" y="3429000"/>
            <a:ext cx="3703320" cy="2926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230368" y="3465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Blood Warriors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5166360" y="3721608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5230368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Reduced manual effort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5166360" y="4069080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5230368" y="4123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Better donor retention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5166360" y="4416552"/>
            <a:ext cx="3703320" cy="347472"/>
          </a:xfrm>
          <a:prstGeom prst="rect">
            <a:avLst/>
          </a:prstGeom>
          <a:solidFill>
            <a:srgbClr val="EDE3CC"/>
          </a:solidFill>
          <a:ln w="12700">
            <a:solidFill>
              <a:srgbClr val="D4C8B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230368" y="4471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 nationwide operations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1A1E"/>
          </a:solidFill>
          <a:ln w="12700">
            <a:solidFill>
              <a:srgbClr val="8B1A1E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intelligent blood support network for India — one connection at a time.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BloodBridge AI — Rakt-हम</dc:title>
  <dc:subject>PptxGenJS Presentation</dc:subject>
  <dc:creator>PptxGenJS</dc:creator>
  <cp:lastModifiedBy>PptxGenJS</cp:lastModifiedBy>
  <cp:revision>1</cp:revision>
  <dcterms:created xsi:type="dcterms:W3CDTF">2026-06-06T20:17:33Z</dcterms:created>
  <dcterms:modified xsi:type="dcterms:W3CDTF">2026-06-06T20:17:33Z</dcterms:modified>
</cp:coreProperties>
</file>